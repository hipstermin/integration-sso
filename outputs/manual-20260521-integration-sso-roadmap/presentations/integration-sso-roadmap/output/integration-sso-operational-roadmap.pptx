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ae59dc96ec4c4e" /><Relationship Type="http://schemas.openxmlformats.org/officeDocument/2006/relationships/extended-properties" Target="/docProps/app.xml" Id="Rbbc2434afe3a485b" /><Relationship Type="http://schemas.openxmlformats.org/officeDocument/2006/relationships/officeDocument" Target="/ppt/presentation.xml" Id="R623dd4e346c948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2f3f3140164dd1"/>
  </p:sldMasterIdLst>
  <p:notesMasterIdLst>
    <p:notesMasterId xmlns:r="http://schemas.openxmlformats.org/officeDocument/2006/relationships" r:id="Rf1448878b53a4a7f"/>
  </p:notesMasterIdLst>
  <p:sldIdLst>
    <p:sldId xmlns:r="http://schemas.openxmlformats.org/officeDocument/2006/relationships" id="256" r:id="Rfa05b27dd6b14adc"/>
    <p:sldId xmlns:r="http://schemas.openxmlformats.org/officeDocument/2006/relationships" id="257" r:id="R16abe40f38d54965"/>
    <p:sldId xmlns:r="http://schemas.openxmlformats.org/officeDocument/2006/relationships" id="258" r:id="Rc0108d4ed6a84bf9"/>
    <p:sldId xmlns:r="http://schemas.openxmlformats.org/officeDocument/2006/relationships" id="259" r:id="R1f7b8d10b5f8451b"/>
    <p:sldId xmlns:r="http://schemas.openxmlformats.org/officeDocument/2006/relationships" id="260" r:id="Rffd7f01737db49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f3f3140164dd1" /><Relationship Type="http://schemas.openxmlformats.org/officeDocument/2006/relationships/theme" Target="/ppt/theme/theme1.xml" Id="Rd471f4d71c91454f" /><Relationship Type="http://schemas.openxmlformats.org/officeDocument/2006/relationships/notesMaster" Target="/ppt/notesMasters/notesMaster1.xml" Id="Rf1448878b53a4a7f" /><Relationship Type="http://schemas.openxmlformats.org/officeDocument/2006/relationships/presProps" Target="/ppt/presProps.xml" Id="Rddba0f2a07dc4ae1" /><Relationship Type="http://schemas.openxmlformats.org/officeDocument/2006/relationships/viewProps" Target="/ppt/viewProps.xml" Id="R09115f54928d4c89" /><Relationship Type="http://schemas.openxmlformats.org/officeDocument/2006/relationships/tableStyles" Target="/ppt/tableStyles.xml" Id="Rf43fb8eb9b5b4f33" /><Relationship Type="http://schemas.openxmlformats.org/officeDocument/2006/relationships/slide" Target="/ppt/slides/slide1.xml" Id="Rfa05b27dd6b14adc" /><Relationship Type="http://schemas.openxmlformats.org/officeDocument/2006/relationships/slide" Target="/ppt/slides/slide2.xml" Id="R16abe40f38d54965" /><Relationship Type="http://schemas.openxmlformats.org/officeDocument/2006/relationships/slide" Target="/ppt/slides/slide3.xml" Id="Rc0108d4ed6a84bf9" /><Relationship Type="http://schemas.openxmlformats.org/officeDocument/2006/relationships/slide" Target="/ppt/slides/slide4.xml" Id="R1f7b8d10b5f8451b" /><Relationship Type="http://schemas.openxmlformats.org/officeDocument/2006/relationships/slide" Target="/ppt/slides/slide5.xml" Id="Rffd7f01737db49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f3866d1651e4f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ce87e6540f42d3" /><Relationship Type="http://schemas.openxmlformats.org/officeDocument/2006/relationships/notesMaster" Target="/ppt/notesMasters/notesMaster1.xml" Id="Rab8c80ce0dd14d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20b7bd8cae438a" /><Relationship Type="http://schemas.openxmlformats.org/officeDocument/2006/relationships/notesMaster" Target="/ppt/notesMasters/notesMaster1.xml" Id="R24b0ab8babd948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a23862f4404e7c" /><Relationship Type="http://schemas.openxmlformats.org/officeDocument/2006/relationships/notesMaster" Target="/ppt/notesMasters/notesMaster1.xml" Id="R73098c6da98745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026092f7844cdd" /><Relationship Type="http://schemas.openxmlformats.org/officeDocument/2006/relationships/notesMaster" Target="/ppt/notesMasters/notesMaster1.xml" Id="R3dafce491faf49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3b6fee57344267" /><Relationship Type="http://schemas.openxmlformats.org/officeDocument/2006/relationships/notesMaster" Target="/ppt/notesMasters/notesMaster1.xml" Id="R5566fdbae3904d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b960e1b7e475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eaf43f9585e4820" /><Relationship Type="http://schemas.openxmlformats.org/officeDocument/2006/relationships/slideLayout" Target="/ppt/slideLayouts/slideLayout2.xml" Id="Rfdf81d4e89124a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81d4e89124a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029a274bce4cd4" /><Relationship Type="http://schemas.openxmlformats.org/officeDocument/2006/relationships/notesSlide" Target="/ppt/notesSlides/notesSlide1.xml" Id="R25a36c42dc7448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bcdecddaec4a4c" /><Relationship Type="http://schemas.openxmlformats.org/officeDocument/2006/relationships/notesSlide" Target="/ppt/notesSlides/notesSlide2.xml" Id="R8347a4c8ce264d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20d0e15ece4b65" /><Relationship Type="http://schemas.openxmlformats.org/officeDocument/2006/relationships/notesSlide" Target="/ppt/notesSlides/notesSlide3.xml" Id="R6da13b28819e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9c59121e254cca" /><Relationship Type="http://schemas.openxmlformats.org/officeDocument/2006/relationships/notesSlide" Target="/ppt/notesSlides/notesSlide4.xml" Id="Rebc4319dea344d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19b92168c84c23" /><Relationship Type="http://schemas.openxmlformats.org/officeDocument/2006/relationships/notesSlide" Target="/ppt/notesSlides/notesSlide5.xml" Id="R13fe080359a44d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A6A80-519A-4ABB-9F34-1C471701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A205B-086C-40AE-B1EE-5AD4B2D8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4DC39-EC6B-4847-BC07-154D765D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OnePass 통합 인증 플랫폼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974EF-1ED8-4D67-B03C-4BB37570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운영 배포 및 솔루션화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B2B44-2BC0-4D39-BB0C-6A496D92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BC118-324E-4435-94E2-93A8A400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1EAF2-E1FC-4F3C-900B-F6C2A8BE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66D4A-2A37-4D52-A961-540E2D2D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1811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SAMPLE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7EE37-0C85-4606-823F-F3EFF39F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integration-sso를 SI 운영 배포 가능한 패키지로 압축한다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3DA14-AE8F-4B77-A653-DC677186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52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1개월 목표는 기능 추가가 아니라 재현성, 보안 설정, 토픽/시크릿 정합성, smoke test를 고정하는 것이다.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1C17D-C5E2-4788-B366-1A36CB51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14400"/>
            <a:ext cx="24193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0B6DE-EA94-4DA7-B7B4-E47B7AAD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573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33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1개월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5190B-2385-4411-8248-27FC9C14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E8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F"/>
                </a:solidFill>
                <a:latin typeface="Malgun Gothic"/>
                <a:ea typeface="Malgun Gothic"/>
                <a:cs typeface="Malgun Gothic"/>
              </a:rPr>
              <a:t>운영 배포 준비 기준선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0A85A-0508-4248-8A64-2F130C2F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3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F648C-F273-4BD0-B01F-5B6AF80A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051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AF1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AF1FF"/>
                </a:solidFill>
                <a:latin typeface="Malgun Gothic"/>
                <a:ea typeface="Malgun Gothic"/>
                <a:cs typeface="Malgun Gothic"/>
              </a:rPr>
              <a:t>Compose / Minikube / Helm의 역할을 분리하고, secret과 topic 이름을 하나의 계약으로 고정한다.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07917-FC69-4E5C-BA28-1A07AF57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71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8FB5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8FB5FF"/>
                </a:solidFill>
                <a:latin typeface="Malgun Gothic"/>
                <a:ea typeface="Malgun Gothic"/>
                <a:cs typeface="Malgun Gothic"/>
              </a:rPr>
              <a:t>결과물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3CE15-E3B9-4FCA-BE43-4749F1B2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195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번에 올라가는 테스트 환경</a:t>
            </a:r>
          </a:p>
          <a:p xmlns:a="http://schemas.openxmlformats.org/drawingml/2006/main">
            <a:pPr algn="ctr">
              <a:defRPr sz="86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실패를 잡는 smoke test</a:t>
            </a:r>
          </a:p>
          <a:p xmlns:a="http://schemas.openxmlformats.org/drawingml/2006/main">
            <a:pPr algn="ctr">
              <a:defRPr sz="86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운영자 체크리스트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BE5D2-9D04-4C76-8999-D2445FEE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144AB-8150-4F31-920F-F6BBB767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4213D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409D0-AA20-41A1-8F15-1FE0CB2E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1714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Infra 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050B3-E4DC-49DC-BD84-0C373CBE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env / secret / topic 이름 통일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BBF13-5E2F-4DD9-A81E-067C78D1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575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658FF-0B60-4F21-9F49-B0A245B2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4213D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4A316-F6EC-4324-AD94-1DCE0EAC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90950"/>
            <a:ext cx="1714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rPr>
              <a:t>Deployable package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D14F0-F827-4B80-BBF3-D0496F16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624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Compose와 Helm 기준 정리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39708-9BE6-478A-9874-FDD0F3A3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575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E4293D-966A-4955-8AEB-4F95F6D7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29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4213D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5F23B-CDF9-463F-A898-E395B7E1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90950"/>
            <a:ext cx="1714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Smoke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F0492-D05E-4AF9-9C3D-C67A007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로그인, handoff, 내부 API 검증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46BD21-FF20-4137-ACA0-1E3468EF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059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1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BE5FF1-30A5-4992-830C-9986A97F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핵심 판단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5B3C99-B924-47ED-9A9B-ED2BD12B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38775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지금부터의 품질 기준은 '개발자가 아는 환경'이 아니라 '설치자가 반복 재현 가능한 환경'이다.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825DA2-551C-43F7-A803-35E8C35D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1C3616-6E58-4DAF-AD84-E0E40F66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SI 운영 배포 준비 샘플 deck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A346CD-9488-4C52-9FDF-990C8E33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53200"/>
            <a:ext cx="384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Generated from integration-sso infra review</a:t>
            </a:r>
          </a:p>
        </p:txBody>
      </p:sp>
    </p:spTree>
    <p:extLst>
      <p:ext uri="{BB962C8B-B14F-4D97-AF65-F5344CB8AC3E}">
        <p14:creationId xmlns:p14="http://schemas.microsoft.com/office/powerpoint/2010/main" val="17839870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1B233A-5EAB-49EF-972E-3F3D44E2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2395A-7627-46C0-A707-E9B3F4AF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D04B4-15BF-45B4-A912-305CCC2C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OnePass 통합 인증 플랫폼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43909-C901-4C7B-BCBB-A292BF9B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현황 진단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2236A-ACBC-44D6-A189-114B94BC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67A5B-D765-4282-97A7-67210CA8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183A8-4224-4371-B1EE-EAF2DBD6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구조는 준비됐지만 운영 기준선은 아직 한 줄로 잠기지 않았다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A79D8-93CF-4CE0-8D90-6CE0861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infra 검증 결과, 환경 자체의 방향성은 좋지만 재현성과 보안 계약이 먼저 정리되어야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021E2-978A-4964-AC37-5527FF2A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05918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1EF02-325D-4238-9C32-B8F82D53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F0DB5-0B5A-4CFB-8FBA-10280E8A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운영 준비도 체크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C23F6-BC9A-4BE4-88C8-0DAB90EF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8EF4A-10E7-4290-BE9B-1335D8D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14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주요 근거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76A1F-4A1C-4603-A256-60173543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Compose 기동성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B0167-C403-457C-99EC-BDDE353E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38475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D9302-E410-4C1D-BCBF-50D4A5A4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38475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A2682-FCFB-46C7-BADC-11B03BD6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8132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보강 필요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BD8EF-A99B-4326-A860-C8DEE882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527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app image tag, agency-stub image, FE build context 이슈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29014-0605-4BFF-A04E-0281B4E9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Secret 계약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A0EE0-EC9F-4CB8-A220-43283A4E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95675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D2C3F-D95E-4D46-B306-41DEB711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95675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55DDC-1185-41E3-894F-0475B7F8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3852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위험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9C355-65E8-45CF-919E-EE496A4F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QIM 내부 API key, Keycloak client secret 기본값 불일치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D7F80-A72F-4139-B4B9-6815EB98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Kafka topic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97393-40DF-46BA-BDC1-D5CEB22E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52875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73256-691C-4751-B1D2-B774C1E7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52875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6F95A-C523-4E70-880F-5754D2F4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9572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불일치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64B88-CF6C-49D3-AAE7-E0965971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671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Docker topic과 K8s topic 이름이 다름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B5E4AE-37A2-4ECF-9CC3-865231FE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K8s / Helm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C1E9C-1C25-4422-9085-EBF268A1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10075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6A432-1BFD-4BCC-A877-9480799F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10075"/>
            <a:ext cx="1352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8571E0-0F72-494F-BAE5-0CB9DAE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5292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정리 필요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67080A-238B-4098-BDDA-5B86ABE2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243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env 이름, namespace, NetworkPolicy egress 기준 상이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CADAF9-61B3-44B4-A5C8-092A922D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관측성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5C4A5C-5799-41DD-BB2E-B1955F9D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67275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5C9393-19A6-4494-88DB-4D82CB17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67275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AD8593-4832-467B-9976-350CF8E8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1012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rPr>
              <a:t>부분 준비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D22DB6-4912-48AD-B2DE-1C2D0050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81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Prometheus/Grafana는 있으나 Promtail label 수집 조건 미충족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66ABC5-D18B-404D-8080-FF24A218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0591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2"/>
          </a:solidFill>
          <a:ln xmlns:a="http://schemas.openxmlformats.org/drawingml/2006/main" w="0">
            <a:solidFill>
              <a:srgbClr val="B8E4C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76CA44-82A9-41FD-9FC2-D5F86C18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1차 결론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063E45-7660-47CA-8EA2-9F46ED01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06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운영 배포 가능성은 기능 완성도보다 '환경 계약의 일관성'에서 결정된다. 먼저 이름과 키를 고정해야 한다.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4477C7-20DF-4367-88FC-ED884F5D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442B2F-387B-471C-B41B-732FD660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검증 범위: infra/docker, infra/k8s, infra/helm, infra/minikube, infra/monitoring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546A11-A6B3-4299-8199-021E2616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53200"/>
            <a:ext cx="384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Generated from integration-sso infra review</a:t>
            </a:r>
          </a:p>
        </p:txBody>
      </p:sp>
    </p:spTree>
    <p:extLst>
      <p:ext uri="{BB962C8B-B14F-4D97-AF65-F5344CB8AC3E}">
        <p14:creationId xmlns:p14="http://schemas.microsoft.com/office/powerpoint/2010/main" val="10164857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F93096-13C8-45D9-BF6E-337738FB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840F0-2EF4-45FC-97F7-2EF977B4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D1BA4-2B56-4003-8BA6-C260DE5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OnePass 통합 인증 플랫폼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46A54-9275-4DCC-B2A4-59FFE485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목표 배포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276CB-B1AF-42AF-A715-45924D58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1C8F2-4187-427C-B906-625E34E5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6BBC2-BFE1-43EB-BD59-78DE8B30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운영 배포 단위는 Helm, 로컬 검증 단위는 Compose로 분리한다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ACC2A-9875-4DB4-BDC3-48198B80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같은 설정 계약을 사용하되 실행 환경의 목적을 명확히 나누면 SI 배포와 솔루션 패키징이 동시에 가능해진다.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21AF8-7E02-415B-B204-95D9BDEA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05918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E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31B66-5141-4700-AED4-5D1942DC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>
              <a:alpha val="9412"/>
            </a:srgbClr>
          </a:solidFill>
          <a:ln xmlns:a="http://schemas.openxmlformats.org/drawingml/2006/main" w="9525">
            <a:solidFill>
              <a:srgbClr val="0891B2">
                <a:alpha val="3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4A2BA-07E9-4FBB-A30B-65676A63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defRPr>
            </a:pPr>
            <a:r>
              <a:rPr sz="600" b="1">
                <a:solidFill>
                  <a:srgbClr val="0891B2"/>
                </a:solidFill>
                <a:latin typeface="Malgun Gothic"/>
                <a:ea typeface="Malgun Gothic"/>
                <a:cs typeface="Malgun Gothic"/>
              </a:rPr>
              <a:t>LOCAL / DEV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F20DC-5A41-4D8D-BA0E-EBE09321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9412"/>
            </a:srgbClr>
          </a:solidFill>
          <a:ln xmlns:a="http://schemas.openxmlformats.org/drawingml/2006/main" w="9525">
            <a:solidFill>
              <a:srgbClr val="2563EB">
                <a:alpha val="3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BB441-EF12-47FE-B6FF-DFB1C376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STAGING / PROD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6C102-BE77-4B1C-B34B-C898CEBD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885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50D7C-F292-41E9-BE79-9558AC1D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C7768-B02D-48C3-83FB-F258075A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Docker Compose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18BCD-D026-4E2C-9A58-DBF43DC7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Postgres, MariaDB, Redis, Kafka, Keycloak, monitoring 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90206-2733-40DD-AC04-4A0BF8A9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885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596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5B074-8A71-43CC-8E13-D4F538D2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F5485-A6E7-4BF2-A50E-58FF62AB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Smoke Runner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67916-A689-4C53-8CD5-97806EDA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환경 기동 후 핵심 API와 이벤트 흐름 자동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349720-61EE-4DD3-88D7-E90705D7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14700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ECBE9-CE01-42D8-A6F3-8349291B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0100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ADA646-03ED-44D9-894F-9991B26C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147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3F6216-8DE0-4111-8DE2-F2F97D4A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6240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055DB-7050-42C3-9E69-112B2DE4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857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11430">
            <a:solidFill>
              <a:srgbClr val="C9DA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E516B6-B172-4256-A6B4-7086F778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OnePass Runtime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1F9D61-3FB4-4DE8-920A-76775EFE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2900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7F1F8-CBC9-46A6-AAB3-4A8A49CE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290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0CCF8A-CE51-42A7-866E-8BAD458D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623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Q-Sign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B9E09E-1624-43AA-AB19-78F298ED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9095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인증 이벤트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50754B-7569-4220-AE0D-4ACD8F16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900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D28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CBF4D4-A76F-414A-81BA-3D8C53FC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90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F80F22-1DB4-4723-8875-C9EA914E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623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Q-IM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064885-6617-4492-B63B-1E4BDBE9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9095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회원/기관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DF76CA-E02B-4E30-B9C6-65A73B89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5966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25A805-5214-4903-A851-AD816E44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8EC6F9-013E-4EF9-88DA-E71B24F4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IdO + React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B6C523-0D39-4892-89D1-240A8AC7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6725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handoff, client gateway, 사용자 흐름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9E7D06-C99B-405E-BBD3-A96512D4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052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A7ADE0-1A0D-4D0F-A1BA-0922B928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814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66C97A-E787-4E6D-9A97-8967DF02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624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7FB8B4-6D0C-49FE-8190-9251249C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A5D134-AA06-429A-A146-63338ABA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DCEA03-E344-44A1-9F35-AE1F615E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Helm Chart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3EB743-F529-4008-BE7F-8E431CCD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values-dev/stage/prod, secret reference, rollout policy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5FE3A1-21D8-4587-9F9C-15370697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91B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EF869D-B154-4AB1-BE69-A92C7C31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9F2E80-3983-4B82-84DD-3B74FC63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95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K8s Namespace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C34BDA-A06A-49FC-9823-55CE7D55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Deployment, Service, probes, NetworkPolicy, ServiceAccount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DA91B6-55D4-42C9-8262-711388C8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E8968A-3F76-4167-A91C-904180AF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0E86F4-8C25-4C1A-8810-7C5CC91C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911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External Services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CCBB38-863C-4D8E-8A2B-6060156D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197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645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KMS, TLS, managed DB/Kafka/Redis 또는 내장형 옵션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8043A5-4A9F-440D-AF38-FCD21E57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43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공통 계약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328DBD-F4F6-4FE4-86FB-F0BBBC6B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05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env 이름, secret key, topic 이름, health endpoint, log label을 하나의 배포 계약으로 관리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5B396D-4E9D-4999-84CA-B2D74EEF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DD365C-1FAD-46AC-831D-30464D26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SI 운영 배포 준비 샘플 deck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49511D-6840-4859-82EA-0977D457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53200"/>
            <a:ext cx="384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Generated from integration-sso infra review</a:t>
            </a:r>
          </a:p>
        </p:txBody>
      </p:sp>
    </p:spTree>
    <p:extLst>
      <p:ext uri="{BB962C8B-B14F-4D97-AF65-F5344CB8AC3E}">
        <p14:creationId xmlns:p14="http://schemas.microsoft.com/office/powerpoint/2010/main" val="11541414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B832B2-2423-4C62-95BC-BDBBB642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1A2A4-5513-4E10-BDC4-3826D7FB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C5DB0-4F4C-43D4-9A92-9B1AB201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OnePass 통합 인증 플랫폼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D7311-B52E-443C-9DB9-5E088175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30일 실행 계획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76D8A-AE79-4BA7-89A7-A057D6F4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3E2DB-D447-47D6-9BFD-19B95975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79729-58F3-4A82-B167-78D44087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한 달 안에 만들 산출물은 '동작하는 배포 절차'와 '깨지면 보이는 테스트'다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3BF7D-5F79-4A95-8596-80DEAE42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작업은 기능 개발이 아니라 배포 계약 고정, 자동 검증, 운영 문서화 순서로 진행한다.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0F697-397E-4B2B-BE43-5041134B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05918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93258-CDFB-41F5-8E5A-FC84378A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3431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1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98F2F-4607-486A-8C87-64080FD4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08426-8AB9-4C11-BA21-104410E6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6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WEEK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012F2-3806-4C9E-8CC0-DB84C431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계약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7452A-DB7D-4D84-A5E1-322DC958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18615-2B34-4CB3-9A6C-6807739D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env / secret / topic 명세화</a:t>
            </a:r>
          </a:p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Compose image/build 정리</a:t>
            </a:r>
          </a:p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Keycloak secret 기본값 정합화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6BA62-66D6-47DD-AA1C-338783A6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3431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1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F6611-27EA-4C17-913E-CF503CEB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44765-0BED-4060-AC4C-B7CCACF2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891B2"/>
                </a:solidFill>
                <a:latin typeface="Cascadia Mono"/>
                <a:ea typeface="Cascadia Mono"/>
                <a:cs typeface="Cascadia Mono"/>
              </a:defRPr>
            </a:pPr>
            <a:r>
              <a:rPr sz="675" b="1">
                <a:solidFill>
                  <a:srgbClr val="0891B2"/>
                </a:solidFill>
                <a:latin typeface="Cascadia Mono"/>
                <a:ea typeface="Cascadia Mono"/>
                <a:cs typeface="Cascadia Mono"/>
              </a:rPr>
              <a:t>WEEK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FA36C-ADEE-4021-8E0C-BE165504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배포 단위 고정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9C300-CE7B-4C16-AFB7-4121190C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623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B8648-EC5C-4C60-9770-9AADC715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Helm values 구조 정리</a:t>
            </a:r>
          </a:p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Minikube local overlay 보강</a:t>
            </a:r>
          </a:p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NetworkPolicy egress 기준 분리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8A7B2-0F8A-4896-AAE5-2B5FCBF7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23431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1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1CA6D-F1A3-4616-A6F1-D0252410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56B87-1005-40E5-A576-C957679E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9669"/>
                </a:solidFill>
                <a:latin typeface="Cascadia Mono"/>
                <a:ea typeface="Cascadia Mono"/>
                <a:cs typeface="Cascadia Mono"/>
              </a:defRPr>
            </a:pPr>
            <a:r>
              <a:rPr sz="675" b="1">
                <a:solidFill>
                  <a:srgbClr val="059669"/>
                </a:solidFill>
                <a:latin typeface="Cascadia Mono"/>
                <a:ea typeface="Cascadia Mono"/>
                <a:cs typeface="Cascadia Mono"/>
              </a:rPr>
              <a:t>WEEK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16458-59D4-4845-BA52-44FA6AFE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908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Smoke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FEDE8-F33D-4806-8DAD-30469F36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623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F8B08-1691-4A54-82C1-16951875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infra up 검증</a:t>
            </a:r>
          </a:p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로그인 / handoff / 내부 API</a:t>
            </a:r>
          </a:p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Kafka publish-consume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DA8739-2312-4AC8-9A02-5228D8DF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3431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1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797C35-F4F6-4900-89B0-E5CDA804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65C5B2-8FF6-44A8-ADED-23357A19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7706"/>
                </a:solidFill>
                <a:latin typeface="Cascadia Mono"/>
                <a:ea typeface="Cascadia Mono"/>
                <a:cs typeface="Cascadia Mono"/>
              </a:defRPr>
            </a:pPr>
            <a:r>
              <a:rPr sz="675" b="1">
                <a:solidFill>
                  <a:srgbClr val="D97706"/>
                </a:solidFill>
                <a:latin typeface="Cascadia Mono"/>
                <a:ea typeface="Cascadia Mono"/>
                <a:cs typeface="Cascadia Mono"/>
              </a:rPr>
              <a:t>WEEK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C3F7AD-4859-4941-96DD-ADA84CB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908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운영 인계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DA8E37-99F3-4345-A64F-E0BC49E2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7B6EE1-8802-4EF3-9110-2BA0884A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배포/롤백 runbook</a:t>
            </a:r>
          </a:p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장애 대응 checklist</a:t>
            </a:r>
          </a:p>
          <a:p xmlns:a="http://schemas.openxmlformats.org/drawingml/2006/main">
            <a:pPr algn="l">
              <a:def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PR 리뷰와 고객 배포 후보 태깅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90A2D2-D802-460F-99AC-8759D4AF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982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590562-63A7-48A4-9598-0B96EFDD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FC0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9FC0FF"/>
                </a:solidFill>
                <a:latin typeface="Malgun Gothic"/>
                <a:ea typeface="Malgun Gothic"/>
                <a:cs typeface="Malgun Gothic"/>
              </a:rPr>
              <a:t>GO / NO-GO 기준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DED5DF-3D55-4728-B0EC-5C6335DC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674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명령어 하나로 테스트 환경 기동 → 핵심 API smoke test → Kafka event 확인 → 관측성 dashboard 접속까지 통과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3AAA4C-9D9D-4E61-AD97-1DEB9EAC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1C6D4F-439B-4401-B5CE-CC760576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SI 운영 배포 준비 샘플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E472BD-CD86-4469-B1E7-94F32C37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53200"/>
            <a:ext cx="384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Generated from integration-sso infra review</a:t>
            </a:r>
          </a:p>
        </p:txBody>
      </p:sp>
    </p:spTree>
    <p:extLst>
      <p:ext uri="{BB962C8B-B14F-4D97-AF65-F5344CB8AC3E}">
        <p14:creationId xmlns:p14="http://schemas.microsoft.com/office/powerpoint/2010/main" val="122886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49925-2AB8-4F6A-80B8-0FD648DB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F451F-2A68-4C46-8E6F-8C35300C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AFEA6-436C-45D2-B918-A16EAA86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OnePass 통합 인증 플랫폼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410B1-BE18-4BA9-80A4-12D74DD6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솔루션화 로드맵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133D6-3619-411C-A064-16109503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E8FD7-9B09-4499-9984-5A4FEB34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2F3B1-A462-41A3-BFC8-80AA02D1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81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상품화의 기준은 기능 수가 아니라 고객사별 차이를 코드 수정 없이 흡수하는 능력이다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A5751-DB83-483B-933E-6FC0CA01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866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SI 운영 배포를 첫 기준선으로 삼고, 이후 반복 설치성과 지원 체계를 제품 기능으로 끌어올린다.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C8FA8-205B-4523-8396-E9627FE3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05918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53441-E819-4AB2-BFDB-104BB8E3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819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6CC1E-CEF6-4181-B60F-F3ED01FC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819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291DA-4527-48DD-B633-BE327248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64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PHASE 1 / 1개월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8F8CA-F19A-4876-8060-1ABDEA1C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운영 배포 가능한 SI 패키지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55CF9-7F33-4798-9F48-89A986BE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infra 계약 정합화</a:t>
            </a:r>
          </a:p>
          <a:p xmlns:a="http://schemas.openxmlformats.org/drawingml/2006/main">
            <a:pPr algn="l">
              <a:def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smoke test 확보</a:t>
            </a:r>
          </a:p>
          <a:p xmlns:a="http://schemas.openxmlformats.org/drawingml/2006/main">
            <a:pPr algn="l">
              <a:def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runbook / rollback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A63C4-51C9-4A56-BDE4-3830AA11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819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A1F1B-7D62-49F5-AB5C-A3BAEC28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819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0C64F-8DAE-4A48-B4E9-B05A7411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908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59669"/>
                </a:solidFill>
                <a:latin typeface="Cascadia Mono"/>
                <a:ea typeface="Cascadia Mono"/>
                <a:cs typeface="Cascadia Mono"/>
              </a:defRPr>
            </a:pPr>
            <a:r>
              <a:rPr sz="645" b="1">
                <a:solidFill>
                  <a:srgbClr val="059669"/>
                </a:solidFill>
                <a:latin typeface="Cascadia Mono"/>
                <a:ea typeface="Cascadia Mono"/>
                <a:cs typeface="Cascadia Mono"/>
              </a:rPr>
              <a:t>PHASE 2 / 2-3개월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0786C-2285-4101-BA93-CB0802A4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반복 설치 가능한 솔루션 패키지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12D91-8ED9-4174-B0CD-4F25C82F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48100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Helm chart 공식화</a:t>
            </a:r>
          </a:p>
          <a:p xmlns:a="http://schemas.openxmlformats.org/drawingml/2006/main">
            <a:pPr algn="l">
              <a:def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고객사별 values 분리</a:t>
            </a:r>
          </a:p>
          <a:p xmlns:a="http://schemas.openxmlformats.org/drawingml/2006/main">
            <a:pPr algn="l">
              <a:def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preflight / upgrade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75C6C-23B6-4550-A33B-F3CA9448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819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6F5D8-EF6F-424B-BEAC-6271BAD4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819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B36B3-A5CD-4789-A917-C4383FB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908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6D28D9"/>
                </a:solidFill>
                <a:latin typeface="Cascadia Mono"/>
                <a:ea typeface="Cascadia Mono"/>
                <a:cs typeface="Cascadia Mono"/>
              </a:defRPr>
            </a:pPr>
            <a:r>
              <a:rPr sz="645" b="1">
                <a:solidFill>
                  <a:srgbClr val="6D28D9"/>
                </a:solidFill>
                <a:latin typeface="Cascadia Mono"/>
                <a:ea typeface="Cascadia Mono"/>
                <a:cs typeface="Cascadia Mono"/>
              </a:rPr>
              <a:t>PHASE 3 / 4-6개월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7EF77B-EDD5-4E32-A233-49172A4F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7660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판매 가능한 제품 운영 체계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13B50-8DC4-4960-9489-5B02C1EF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version / license 정책</a:t>
            </a:r>
          </a:p>
          <a:p xmlns:a="http://schemas.openxmlformats.org/drawingml/2006/main">
            <a:pPr algn="l">
              <a:def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관리자·감사 기능 강화</a:t>
            </a:r>
          </a:p>
          <a:p xmlns:a="http://schemas.openxmlformats.org/drawingml/2006/main">
            <a:pPr algn="l">
              <a:def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5B6B84"/>
                </a:solidFill>
                <a:latin typeface="Malgun Gothic"/>
                <a:ea typeface="Malgun Gothic"/>
                <a:cs typeface="Malgun Gothic"/>
              </a:rPr>
              <a:t>- 지원/진단 bundle 제공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F6B0FB-9B99-4706-A971-6D3ADBD8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24275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B51938-9818-482D-8FDF-2689F1B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24275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B4700-642B-425D-AA08-19C0E5C3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948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FED7A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2E66D9-743A-4E34-A96E-D1573723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912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의사결정 필요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6FF611-D96A-4931-8B4F-FECD8130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53100"/>
            <a:ext cx="7277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02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운영 표준을 Helm/K8s로 확정하고, Compose는 로컬 검증용으로 제한하면 제품화 경로가 가장 선명해진다.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F2AC78-7CAB-4348-B6D9-4ADF42CB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46B1F5-F0FF-4CF7-B072-8F4B0130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다음 산출물 후보: 30일 infra hardening PR + smoke test + 운영 배포 runbook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98C99B-92E7-4C4C-AC2C-39D45FDD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53200"/>
            <a:ext cx="384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0">
                <a:solidFill>
                  <a:srgbClr val="8A97AA"/>
                </a:solidFill>
                <a:latin typeface="Malgun Gothic"/>
                <a:ea typeface="Malgun Gothic"/>
                <a:cs typeface="Malgun Gothic"/>
              </a:rPr>
              <a:t>Generated from integration-sso infra review</a:t>
            </a:r>
          </a:p>
        </p:txBody>
      </p:sp>
    </p:spTree>
    <p:extLst>
      <p:ext uri="{BB962C8B-B14F-4D97-AF65-F5344CB8AC3E}">
        <p14:creationId xmlns:p14="http://schemas.microsoft.com/office/powerpoint/2010/main" val="1966191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2026-05-21T02:45:44.2970000Z</dcterms:created>
  <dcterms:modified xsi:type="dcterms:W3CDTF">2026-05-21T02:45:44.2970000Z</dcterms:modified>
</coreProperties>
</file>